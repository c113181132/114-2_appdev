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C541C7-34B9-E260-5A27-9E4FEAC25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E26CF3-77EA-3DBB-9988-C977B5746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5D09C0-7E0C-9413-81BC-9C9576C4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F01E3E-5D1A-AEC0-642A-3AFB690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1FBF4-FAAF-594E-EC1B-7D955AE5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711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96C315-2415-5869-4291-DBFFC35AE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C3014B-95BF-F742-5C5A-6AC76DF4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913BC4-E1DB-B7AE-07D6-3910D4E62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9D5734-1312-9CA2-A3FA-C4B421881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5C55DF-6619-CB0E-6FC7-2F8F2AFC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80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729E06-ADA8-5727-E5C7-4643F6CD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0540C1-072E-3CF2-C362-2E3849A1F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5E4966-CD4B-E8A2-A281-CCDB1895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096C6E-6528-82E5-8BD2-E4842285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089B5F-87E8-6B5F-398E-8AB8E17F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632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245B24-D607-F33E-6410-6996C0214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DC719E-C19E-FF93-A382-9E49506F0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0D83A-84CF-1B37-9B45-7B88F39B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350DB9-29DB-91CB-D5A5-73092F96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E72B4B-3978-79B7-EE24-C414F8EA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E305F2-E462-9F62-CCD9-F0DBA1B8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52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94398D-2707-6F2A-0BDE-B504E1833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46A35D-BEF7-CDAC-2E03-13164B117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A041D4-4F23-1768-E874-56CE0100F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8A49E79-956E-A0B3-AF70-24AFDC2CA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BA94B6A-B192-617A-2F0D-B1888B5EE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0250BE3-F1CD-31E8-D816-B4C7F35E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7816C4A-27C6-5F3E-602E-345966B45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68787DC-95E2-5D86-7DA0-BD2D6F5E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925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E4B57B-591F-6C86-2410-4E0BED88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9C82AFA-356D-5A2C-3E15-70F9BB23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62977F-8B2F-7E30-FE69-A9FC7FD3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2B9AC4-6EE5-F0C6-812E-78ECE1F2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40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ACEDF70-EE2D-4B3D-1498-420999E2F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CE6E724-0F5F-CB17-EC79-9ED34281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A780B0-ED6C-7EB3-71F1-B47F7356C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0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38A20F-8BE7-C58F-C99F-DA4311E1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54F033-0563-0DAA-4549-E6B39A69E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15CFC1-C01D-2F22-C140-B6A81136C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44C43F-E7C6-5C9B-66CB-E0FC0929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FC4783-047F-6778-C330-BA58090AA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C0B24B-B7D7-87C7-A35F-A84EDB5DF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39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3A090-57AB-85CC-BD2E-1F8E44F6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389B4B-5414-FDFC-B2DE-0AB2A7BD3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7DA94C-E066-265A-0954-8EEB1BCAD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E307F2-85C9-3992-F73B-8B47A685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F8F56F-AB70-5AB9-FEA5-078599E9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5647E4-24BB-6B70-68C0-3D99A502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44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F7FCC-248E-6CB5-D1EF-0D54AF9F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946848-CE37-C2D5-FF51-39F91EEA2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E03ABE-C011-6E12-7EAD-72F59B1C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6FDD11-3B45-4C02-4161-62ECF29F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D924DC-D9FB-100B-DD69-0FB6063B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421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E59C8A5-8D48-37E8-2E48-1D9E70DED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C656092-0A4E-3AA8-0377-27E0EFD51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6FB75F-B073-52BE-0CEA-3B8C6B1BB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3509F5-C092-D8F1-FB31-08AF5805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DF3470-033C-C2B4-4B2E-8221C608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811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27D1165-BCA0-3BD5-3A91-768560E2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4A9A0F-B5E9-4B1D-4E02-B7AA04EAC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0CEEFA-71D5-F2BF-3C30-3738BDB59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9D4D7-9494-4B9E-9D21-93432A034888}" type="datetimeFigureOut">
              <a:rPr lang="zh-TW" altLang="en-US" smtClean="0"/>
              <a:t>2026/5/28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85F601-52DC-CBFD-3F10-E431CD777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82249-25BD-F358-0884-3FFFE8DA4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5A013-6C14-47E7-8D6A-4A7397657F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02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77C7A2DE-CE37-5CE3-BF2F-6DB5DDBA7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66" b="96014" l="5501" r="89784">
                        <a14:foregroundMark x1="36444" y1="13345" x2="51866" y2="14385"/>
                        <a14:foregroundMark x1="36149" y1="7106" x2="36149" y2="7106"/>
                        <a14:foregroundMark x1="35855" y1="6759" x2="43026" y2="7972"/>
                        <a14:foregroundMark x1="45285" y1="7452" x2="42829" y2="7106"/>
                        <a14:foregroundMark x1="42338" y1="6759" x2="40864" y2="6412"/>
                        <a14:foregroundMark x1="53438" y1="7972" x2="51670" y2="7626"/>
                        <a14:foregroundMark x1="51866" y1="7452" x2="53438" y2="7106"/>
                        <a14:foregroundMark x1="53438" y1="6932" x2="50589" y2="6932"/>
                        <a14:foregroundMark x1="51375" y1="6932" x2="53536" y2="6932"/>
                        <a14:foregroundMark x1="56385" y1="7279" x2="56385" y2="7279"/>
                        <a14:foregroundMark x1="56189" y1="7279" x2="57957" y2="6239"/>
                        <a14:foregroundMark x1="36149" y1="6759" x2="31238" y2="6759"/>
                        <a14:foregroundMark x1="31238" y1="6759" x2="31041" y2="6586"/>
                        <a14:foregroundMark x1="23183" y1="47487" x2="14342" y2="49740"/>
                        <a14:foregroundMark x1="23674" y1="45927" x2="25147" y2="45234"/>
                        <a14:foregroundMark x1="24754" y1="44367" x2="25835" y2="45927"/>
                        <a14:foregroundMark x1="26523" y1="44887" x2="23969" y2="42981"/>
                        <a14:foregroundMark x1="24165" y1="42981" x2="27211" y2="44037"/>
                        <a14:foregroundMark x1="6778" y1="45927" x2="5894" y2="54419"/>
                        <a14:foregroundMark x1="5501" y1="48527" x2="9823" y2="56326"/>
                        <a14:foregroundMark x1="9823" y1="56326" x2="15815" y2="59445"/>
                        <a14:foregroundMark x1="15815" y1="59445" x2="15815" y2="59445"/>
                        <a14:foregroundMark x1="12967" y1="60485" x2="20432" y2="61005"/>
                        <a14:foregroundMark x1="14538" y1="62218" x2="14735" y2="62565"/>
                        <a14:foregroundMark x1="11002" y1="63951" x2="22299" y2="65165"/>
                        <a14:foregroundMark x1="21120" y1="50953" x2="21120" y2="50953"/>
                        <a14:foregroundMark x1="44303" y1="58406" x2="45481" y2="54593"/>
                        <a14:foregroundMark x1="55206" y1="54766" x2="58153" y2="53553"/>
                        <a14:foregroundMark x1="75147" y1="49567" x2="75442" y2="40035"/>
                        <a14:foregroundMark x1="75442" y1="40035" x2="75639" y2="39861"/>
                        <a14:foregroundMark x1="75933" y1="38648" x2="75835" y2="37782"/>
                        <a14:foregroundMark x1="76130" y1="36915" x2="80648" y2="40728"/>
                        <a14:foregroundMark x1="80648" y1="40728" x2="81139" y2="42634"/>
                        <a14:foregroundMark x1="82122" y1="46967" x2="81925" y2="56672"/>
                        <a14:foregroundMark x1="81925" y1="56672" x2="77505" y2="61698"/>
                        <a14:foregroundMark x1="77505" y1="61698" x2="71120" y2="58752"/>
                        <a14:foregroundMark x1="71120" y1="58752" x2="69843" y2="45061"/>
                        <a14:foregroundMark x1="69843" y1="45061" x2="72299" y2="38648"/>
                        <a14:foregroundMark x1="74951" y1="37608" x2="69057" y2="45581"/>
                        <a14:foregroundMark x1="68959" y1="44714" x2="69941" y2="40728"/>
                        <a14:foregroundMark x1="72692" y1="38821" x2="73281" y2="37435"/>
                        <a14:foregroundMark x1="75442" y1="37262" x2="75442" y2="37262"/>
                        <a14:foregroundMark x1="75639" y1="36568" x2="75639" y2="36568"/>
                        <a14:foregroundMark x1="75933" y1="36222" x2="75933" y2="36222"/>
                        <a14:foregroundMark x1="75933" y1="36049" x2="75933" y2="36049"/>
                        <a14:foregroundMark x1="78684" y1="38648" x2="78684" y2="38648"/>
                        <a14:foregroundMark x1="78094" y1="37608" x2="78094" y2="37608"/>
                        <a14:foregroundMark x1="78585" y1="37608" x2="78782" y2="38648"/>
                        <a14:foregroundMark x1="79371" y1="39515" x2="79371" y2="39515"/>
                        <a14:foregroundMark x1="79666" y1="39861" x2="79666" y2="39861"/>
                        <a14:foregroundMark x1="79371" y1="37782" x2="82122" y2="47487"/>
                        <a14:foregroundMark x1="82122" y1="47487" x2="79077" y2="59445"/>
                        <a14:foregroundMark x1="79077" y1="59445" x2="74853" y2="62045"/>
                        <a14:foregroundMark x1="70138" y1="59272" x2="71807" y2="60139"/>
                        <a14:foregroundMark x1="73281" y1="61872" x2="75737" y2="62738"/>
                        <a14:foregroundMark x1="83104" y1="50607" x2="83202" y2="53033"/>
                        <a14:foregroundMark x1="83202" y1="50260" x2="81041" y2="44887"/>
                        <a14:foregroundMark x1="79764" y1="39168" x2="82515" y2="45927"/>
                        <a14:foregroundMark x1="82515" y1="46101" x2="81631" y2="41075"/>
                        <a14:foregroundMark x1="82417" y1="42808" x2="78782" y2="37782"/>
                        <a14:foregroundMark x1="80648" y1="38821" x2="80648" y2="38821"/>
                        <a14:foregroundMark x1="81041" y1="39341" x2="81041" y2="39341"/>
                        <a14:foregroundMark x1="81434" y1="40035" x2="83104" y2="48700"/>
                        <a14:foregroundMark x1="83104" y1="48700" x2="80059" y2="59619"/>
                        <a14:foregroundMark x1="80059" y1="59619" x2="72593" y2="59099"/>
                        <a14:foregroundMark x1="72593" y1="59099" x2="71906" y2="57366"/>
                        <a14:foregroundMark x1="69745" y1="53899" x2="74067" y2="62218"/>
                        <a14:foregroundMark x1="74067" y1="62218" x2="69745" y2="57886"/>
                        <a14:foregroundMark x1="69745" y1="57886" x2="69352" y2="57019"/>
                        <a14:foregroundMark x1="70334" y1="58406" x2="72299" y2="62045"/>
                        <a14:foregroundMark x1="70727" y1="59965" x2="72102" y2="62738"/>
                        <a14:foregroundMark x1="70530" y1="59965" x2="70530" y2="59965"/>
                        <a14:foregroundMark x1="71906" y1="61179" x2="79568" y2="60485"/>
                        <a14:foregroundMark x1="79568" y1="60485" x2="80354" y2="59445"/>
                        <a14:foregroundMark x1="80067" y1="61992" x2="79862" y2="62392"/>
                        <a14:foregroundMark x1="81729" y1="58752" x2="80279" y2="61579"/>
                        <a14:foregroundMark x1="79764" y1="62392" x2="79764" y2="62392"/>
                        <a14:foregroundMark x1="81336" y1="58579" x2="81139" y2="62045"/>
                        <a14:foregroundMark x1="81336" y1="60659" x2="81336" y2="60659"/>
                        <a14:foregroundMark x1="81827" y1="61352" x2="81827" y2="61352"/>
                        <a14:foregroundMark x1="81925" y1="61352" x2="81925" y2="61352"/>
                        <a14:foregroundMark x1="80282" y1="62845" x2="71611" y2="60659"/>
                        <a14:foregroundMark x1="71611" y1="60659" x2="70923" y2="58925"/>
                        <a14:foregroundMark x1="49904" y1="71040" x2="50650" y2="71345"/>
                        <a14:foregroundMark x1="46562" y1="69671" x2="49836" y2="71012"/>
                        <a14:foregroundMark x1="52139" y1="72283" x2="54322" y2="82669"/>
                        <a14:foregroundMark x1="54322" y1="82669" x2="50491" y2="88562"/>
                        <a14:foregroundMark x1="50491" y1="88562" x2="44106" y2="90295"/>
                        <a14:foregroundMark x1="44106" y1="90295" x2="42534" y2="78683"/>
                        <a14:foregroundMark x1="42534" y1="78683" x2="43517" y2="71924"/>
                        <a14:foregroundMark x1="40177" y1="87348" x2="40079" y2="84749"/>
                        <a14:foregroundMark x1="39784" y1="85789" x2="38703" y2="78856"/>
                        <a14:foregroundMark x1="39391" y1="77816" x2="42829" y2="69844"/>
                        <a14:foregroundMark x1="45088" y1="69151" x2="45972" y2="69151"/>
                        <a14:foregroundMark x1="46071" y1="70364" x2="45972" y2="72097"/>
                        <a14:foregroundMark x1="45874" y1="68458" x2="47151" y2="68111"/>
                        <a14:foregroundMark x1="50000" y1="69497" x2="46464" y2="67071"/>
                        <a14:foregroundMark x1="50884" y1="70537" x2="51965" y2="72964"/>
                        <a14:foregroundMark x1="50000" y1="68977" x2="53242" y2="73830"/>
                        <a14:foregroundMark x1="53045" y1="74350" x2="53045" y2="85095"/>
                        <a14:foregroundMark x1="53045" y1="85095" x2="49902" y2="94454"/>
                        <a14:foregroundMark x1="49902" y1="94454" x2="44990" y2="96014"/>
                        <a14:foregroundMark x1="44990" y1="96014" x2="39194" y2="87868"/>
                        <a14:foregroundMark x1="39194" y1="87868" x2="38703" y2="82149"/>
                        <a14:foregroundMark x1="39784" y1="89948" x2="41749" y2="93588"/>
                        <a14:foregroundMark x1="39882" y1="89948" x2="42436" y2="93588"/>
                        <a14:foregroundMark x1="51473" y1="89255" x2="51375" y2="93761"/>
                        <a14:foregroundMark x1="52456" y1="90121" x2="51081" y2="92721"/>
                        <a14:foregroundMark x1="52456" y1="92201" x2="49705" y2="92894"/>
                        <a14:foregroundMark x1="40570" y1="91508" x2="39882" y2="89775"/>
                        <a14:foregroundMark x1="39489" y1="89081" x2="42338" y2="93588"/>
                        <a14:foregroundMark x1="41945" y1="92548" x2="39489" y2="89948"/>
                        <a14:foregroundMark x1="73969" y1="61872" x2="73969" y2="61872"/>
                        <a14:foregroundMark x1="76326" y1="63432" x2="76326" y2="63432"/>
                        <a14:foregroundMark x1="16405" y1="43847" x2="19548" y2="43847"/>
                        <a14:foregroundMark x1="40472" y1="91681" x2="41159" y2="93588"/>
                        <a14:foregroundMark x1="40668" y1="93241" x2="40668" y2="93241"/>
                        <a14:foregroundMark x1="40570" y1="93241" x2="40570" y2="93241"/>
                        <a14:foregroundMark x1="40570" y1="92721" x2="40570" y2="92721"/>
                        <a14:foregroundMark x1="40472" y1="92548" x2="40472" y2="92548"/>
                        <a14:foregroundMark x1="70334" y1="59445" x2="70334" y2="59445"/>
                        <a14:foregroundMark x1="70334" y1="59619" x2="70334" y2="60139"/>
                        <a14:foregroundMark x1="70236" y1="61352" x2="70236" y2="61352"/>
                        <a14:foregroundMark x1="70236" y1="61352" x2="70236" y2="61352"/>
                        <a14:foregroundMark x1="70236" y1="61352" x2="70236" y2="61352"/>
                        <a14:foregroundMark x1="70236" y1="61872" x2="70236" y2="61872"/>
                        <a14:foregroundMark x1="70236" y1="62045" x2="70236" y2="62045"/>
                        <a14:foregroundMark x1="70629" y1="62045" x2="70629" y2="62045"/>
                        <a14:foregroundMark x1="70138" y1="61352" x2="70138" y2="61352"/>
                        <a14:backgroundMark x1="28782" y1="42114" x2="29077" y2="47314"/>
                        <a14:backgroundMark x1="28684" y1="46274" x2="28684" y2="44887"/>
                        <a14:backgroundMark x1="47977" y1="65600" x2="49705" y2="65165"/>
                        <a14:backgroundMark x1="49902" y1="66898" x2="50579" y2="68092"/>
                        <a14:backgroundMark x1="80648" y1="62912" x2="80648" y2="64125"/>
                        <a14:backgroundMark x1="80747" y1="63432" x2="80255" y2="62738"/>
                        <a14:backgroundMark x1="80255" y1="63258" x2="80255" y2="63258"/>
                        <a14:backgroundMark x1="80157" y1="63258" x2="80157" y2="63258"/>
                        <a14:backgroundMark x1="80354" y1="63258" x2="80354" y2="6325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47098" y="458765"/>
            <a:ext cx="9697803" cy="549669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033C23F-DADC-B928-65D4-C2D164A98F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40" b="92705" l="1159" r="98510">
                        <a14:foregroundMark x1="5464" y1="19757" x2="47185" y2="69605"/>
                        <a14:foregroundMark x1="47185" y1="69605" x2="64535" y2="75503"/>
                        <a14:foregroundMark x1="1159" y1="22492" x2="1821" y2="24620"/>
                        <a14:foregroundMark x1="4305" y1="28267" x2="19040" y2="40729"/>
                        <a14:foregroundMark x1="24338" y1="73252" x2="31788" y2="58967"/>
                        <a14:foregroundMark x1="54967" y1="8815" x2="57781" y2="3040"/>
                        <a14:foregroundMark x1="58940" y1="93617" x2="55298" y2="85714"/>
                        <a14:foregroundMark x1="74007" y1="70213" x2="74007" y2="70213"/>
                        <a14:foregroundMark x1="73675" y1="72948" x2="73179" y2="72036"/>
                        <a14:foregroundMark x1="73013" y1="73860" x2="73510" y2="75684"/>
                        <a14:foregroundMark x1="65894" y1="75380" x2="67384" y2="74468"/>
                        <a14:foregroundMark x1="68046" y1="74164" x2="69205" y2="74468"/>
                        <a14:foregroundMark x1="69371" y1="74772" x2="74172" y2="76900"/>
                        <a14:foregroundMark x1="74338" y1="73556" x2="75993" y2="79331"/>
                        <a14:foregroundMark x1="91556" y1="82979" x2="91556" y2="82979"/>
                        <a14:foregroundMark x1="92881" y1="38602" x2="92881" y2="38602"/>
                        <a14:foregroundMark x1="98510" y1="30091" x2="98510" y2="30091"/>
                        <a14:backgroundMark x1="68522" y1="76851" x2="68491" y2="76343"/>
                        <a14:backgroundMark x1="68709" y1="79939" x2="68673" y2="79347"/>
                        <a14:backgroundMark x1="68694" y1="76430" x2="68519" y2="76270"/>
                        <a14:backgroundMark x1="65525" y1="76663" x2="64901" y2="76596"/>
                        <a14:backgroundMark x1="67032" y1="76826" x2="66716" y2="76792"/>
                        <a14:backgroundMark x1="64901" y1="76596" x2="64901" y2="76596"/>
                        <a14:backgroundMark x1="68126" y1="77301" x2="68268" y2="77474"/>
                        <a14:backgroundMark x1="76159" y1="79635" x2="75792" y2="795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35166" y="3974066"/>
            <a:ext cx="2587810" cy="140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9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 descr=" (由 AI 生成)">
            <a:extLst>
              <a:ext uri="{FF2B5EF4-FFF2-40B4-BE49-F238E27FC236}">
                <a16:creationId xmlns:a16="http://schemas.microsoft.com/office/drawing/2014/main" id="{15CBD9F7-D616-53C9-22AD-C8572FED60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6343" y="729343"/>
            <a:ext cx="2852057" cy="285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8" name="圖片 7" descr="一張含有 文字, 虛構小說, 卡通, 電腦遊戲 的圖片&#10;&#10;AI 產生的內容可能不正確。">
            <a:extLst>
              <a:ext uri="{FF2B5EF4-FFF2-40B4-BE49-F238E27FC236}">
                <a16:creationId xmlns:a16="http://schemas.microsoft.com/office/drawing/2014/main" id="{61CFF245-D845-E3FC-451C-A2DFD24BB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77" y="0"/>
            <a:ext cx="11844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81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圖片 20">
            <a:extLst>
              <a:ext uri="{FF2B5EF4-FFF2-40B4-BE49-F238E27FC236}">
                <a16:creationId xmlns:a16="http://schemas.microsoft.com/office/drawing/2014/main" id="{A5F2E11B-50E8-F703-AF5E-ABC6C82B1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13" y="718472"/>
            <a:ext cx="9774014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83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2026-05-28T03:57:34Z</dcterms:created>
  <dcterms:modified xsi:type="dcterms:W3CDTF">2026-05-28T03:57:40Z</dcterms:modified>
</cp:coreProperties>
</file>